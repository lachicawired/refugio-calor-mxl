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el dato del calor extremo en Mexicali. Pausar en 'no existe una lista clara' — ese es el dolor central que resuelve la app. Si preguntan por fuentes del dato de 50°C, mencionar que son temperaturas registradas en veranos recientes en la región.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mockup como si fuera la app real. Énfasis en que cualquier persona, no solo una institución, puede aportar un punto nuevo — eso es lo que la hace comunitaria.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detalles técnicos: Flutter para multiplataforma (Android/iOS/web), Firebase (Auth + Firestore) para datos en vivo, JSON local para reducir lecturas y costo. El flujo es: alguien reporta -&gt; queda pendiente -&gt; admin aprueba -&gt; aparece en el mapa de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es el corazón emocional del pitch. Bajar el ritmo aquí. Si es para noticiero, este es el momento de mencionar un caso concreto o anécdota si la tienes.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energía: lo que ya existe es real y funciona, y lo próximo depende de difusión y validación en campo. Buen momento para invitar a probar la app o dejar contacto.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3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5.png"/><Relationship Id="rId6" Type="http://schemas.openxmlformats.org/officeDocument/2006/relationships/image" Target="../media/image-5-5.png"/><Relationship Id="rId7" Type="http://schemas.openxmlformats.org/officeDocument/2006/relationships/image" Target="../media/image-5-5.png"/><Relationship Id="rId8" Type="http://schemas.openxmlformats.org/officeDocument/2006/relationships/image" Target="../media/image-5-5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7744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30352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676656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28632" y="1124712"/>
            <a:ext cx="128016" cy="128016"/>
          </a:xfrm>
          <a:prstGeom prst="ellipse">
            <a:avLst/>
          </a:prstGeom>
          <a:solidFill>
            <a:srgbClr val="F5A623"/>
          </a:solidFill>
          <a:ln w="19050">
            <a:solidFill>
              <a:srgbClr val="0A16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69296" y="2139696"/>
            <a:ext cx="109728" cy="109728"/>
          </a:xfrm>
          <a:prstGeom prst="ellipse">
            <a:avLst/>
          </a:prstGeom>
          <a:solidFill>
            <a:srgbClr val="3A4A55"/>
          </a:solidFill>
          <a:ln w="19050">
            <a:solidFill>
              <a:srgbClr val="0A16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97696" y="2962656"/>
            <a:ext cx="109728" cy="109728"/>
          </a:xfrm>
          <a:prstGeom prst="ellipse">
            <a:avLst/>
          </a:prstGeom>
          <a:solidFill>
            <a:srgbClr val="3A4A55"/>
          </a:solidFill>
          <a:ln w="19050">
            <a:solidFill>
              <a:srgbClr val="0A16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17352" y="4142232"/>
            <a:ext cx="128016" cy="128016"/>
          </a:xfrm>
          <a:prstGeom prst="ellipse">
            <a:avLst/>
          </a:prstGeom>
          <a:solidFill>
            <a:srgbClr val="F5A623"/>
          </a:solidFill>
          <a:ln w="19050">
            <a:solidFill>
              <a:srgbClr val="0A16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63456" y="5065776"/>
            <a:ext cx="109728" cy="109728"/>
          </a:xfrm>
          <a:prstGeom prst="ellipse">
            <a:avLst/>
          </a:prstGeom>
          <a:solidFill>
            <a:srgbClr val="3A4A55"/>
          </a:solidFill>
          <a:ln w="19050">
            <a:solidFill>
              <a:srgbClr val="0A16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77724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 extremo, información dispersa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40080" y="19659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Mexicali el calor llega a extremos peligrosos cada año, y no existe una lista clara, pública y actualizada de los puntos de hidratación o refugio.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3383280"/>
            <a:ext cx="2331720" cy="2240280"/>
          </a:xfrm>
          <a:prstGeom prst="roundRect">
            <a:avLst>
              <a:gd name="adj" fmla="val 4082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0" descr="/home/claude/refugio_deck/icons/heat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639312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41248" y="425196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50°C+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841248" y="489204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verano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3291840" y="3383280"/>
            <a:ext cx="2331720" cy="2240280"/>
          </a:xfrm>
          <a:prstGeom prst="roundRect">
            <a:avLst>
              <a:gd name="adj" fmla="val 4082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28" name="Image 1" descr="/home/claude/refugio_deck/icons/alert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3639312"/>
            <a:ext cx="457200" cy="4572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493008" y="425196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30" name="Text 26"/>
          <p:cNvSpPr/>
          <p:nvPr/>
        </p:nvSpPr>
        <p:spPr>
          <a:xfrm>
            <a:off x="3493008" y="489204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público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actualizado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5943600" y="3383280"/>
            <a:ext cx="2331720" cy="2240280"/>
          </a:xfrm>
          <a:prstGeom prst="roundRect">
            <a:avLst>
              <a:gd name="adj" fmla="val 4082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32" name="Image 2" descr="/home/claude/refugio_deck/icons/userclock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639312"/>
            <a:ext cx="457200" cy="4572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144768" y="425196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000" dirty="0"/>
          </a:p>
        </p:txBody>
      </p:sp>
      <p:sp>
        <p:nvSpPr>
          <p:cNvPr id="34" name="Text 29"/>
          <p:cNvSpPr/>
          <p:nvPr/>
        </p:nvSpPr>
        <p:spPr>
          <a:xfrm>
            <a:off x="6144768" y="489204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el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refugio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8732520" y="777240"/>
            <a:ext cx="2834640" cy="4846320"/>
          </a:xfrm>
          <a:prstGeom prst="roundRect">
            <a:avLst>
              <a:gd name="adj" fmla="val 3871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40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9006840" y="960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MEXICALI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9317736" y="2002536"/>
            <a:ext cx="201168" cy="201168"/>
          </a:xfrm>
          <a:prstGeom prst="ellipse">
            <a:avLst/>
          </a:prstGeom>
          <a:solidFill>
            <a:srgbClr val="3A4A55"/>
          </a:solidFill>
          <a:ln w="19050">
            <a:solidFill>
              <a:srgbClr val="0A1622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0506456" y="1728216"/>
            <a:ext cx="201168" cy="201168"/>
          </a:xfrm>
          <a:prstGeom prst="ellipse">
            <a:avLst/>
          </a:prstGeom>
          <a:solidFill>
            <a:srgbClr val="3A4A55"/>
          </a:solidFill>
          <a:ln w="19050">
            <a:solidFill>
              <a:srgbClr val="0A1622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9857232" y="2999232"/>
            <a:ext cx="219456" cy="219456"/>
          </a:xfrm>
          <a:prstGeom prst="ellipse">
            <a:avLst/>
          </a:prstGeom>
          <a:solidFill>
            <a:srgbClr val="F5A623"/>
          </a:solidFill>
          <a:ln w="19050">
            <a:solidFill>
              <a:srgbClr val="0A1622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10689336" y="3557016"/>
            <a:ext cx="201168" cy="201168"/>
          </a:xfrm>
          <a:prstGeom prst="ellipse">
            <a:avLst/>
          </a:prstGeom>
          <a:solidFill>
            <a:srgbClr val="3A4A55"/>
          </a:solidFill>
          <a:ln w="19050">
            <a:solidFill>
              <a:srgbClr val="0A1622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9134856" y="4014216"/>
            <a:ext cx="201168" cy="201168"/>
          </a:xfrm>
          <a:prstGeom prst="ellipse">
            <a:avLst/>
          </a:prstGeom>
          <a:solidFill>
            <a:srgbClr val="3A4A55"/>
          </a:solidFill>
          <a:ln w="19050">
            <a:solidFill>
              <a:srgbClr val="0A1622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0140696" y="4745736"/>
            <a:ext cx="201168" cy="201168"/>
          </a:xfrm>
          <a:prstGeom prst="ellipse">
            <a:avLst/>
          </a:prstGeom>
          <a:solidFill>
            <a:srgbClr val="3A4A55"/>
          </a:solidFill>
          <a:ln w="19050">
            <a:solidFill>
              <a:srgbClr val="0A162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900684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confiables ni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actualizados sobre estos puntos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7744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30352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676656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77724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mapa hecho por la comunidad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0080" y="17830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Refugio de Calor MXL conecta a quien necesita un punto seguro con quien ya sabe dónde encontrarlo — y deja que cualquiera reporte un lugar nuevo.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40080" y="3063240"/>
            <a:ext cx="6035040" cy="1051560"/>
          </a:xfrm>
          <a:prstGeom prst="roundRect">
            <a:avLst>
              <a:gd name="adj" fmla="val 8696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0" descr="/home/claude/refugio_deck/icons/map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355848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08760" y="31821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508760" y="35387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 puntos con agua, sombra,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 acondicionado o refugio cerca de ti.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4297680"/>
            <a:ext cx="6035040" cy="1051560"/>
          </a:xfrm>
          <a:prstGeom prst="roundRect">
            <a:avLst>
              <a:gd name="adj" fmla="val 8696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23" name="Image 1" descr="/home/claude/refugio_deck/icons/users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590288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508760" y="44165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508760" y="47731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persona puede agregar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nuevo en segundos.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732520" y="640080"/>
            <a:ext cx="2834640" cy="5577840"/>
          </a:xfrm>
          <a:prstGeom prst="roundRect">
            <a:avLst>
              <a:gd name="adj" fmla="val 3871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4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961120" y="868680"/>
            <a:ext cx="2377440" cy="4160520"/>
          </a:xfrm>
          <a:prstGeom prst="roundRect">
            <a:avLst>
              <a:gd name="adj" fmla="val 3077"/>
            </a:avLst>
          </a:prstGeom>
          <a:solidFill>
            <a:srgbClr val="0C1A28"/>
          </a:solidFill>
          <a:ln w="12700">
            <a:solidFill>
              <a:srgbClr val="1D3A5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961120" y="868680"/>
            <a:ext cx="0" cy="4160520"/>
          </a:xfrm>
          <a:prstGeom prst="line">
            <a:avLst/>
          </a:prstGeom>
          <a:noFill/>
          <a:ln w="6350">
            <a:solidFill>
              <a:srgbClr val="16334A">
                <a:alpha val="6000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9555480" y="868680"/>
            <a:ext cx="0" cy="4160520"/>
          </a:xfrm>
          <a:prstGeom prst="line">
            <a:avLst/>
          </a:prstGeom>
          <a:noFill/>
          <a:ln w="6350">
            <a:solidFill>
              <a:srgbClr val="16334A">
                <a:alpha val="6000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0149840" y="868680"/>
            <a:ext cx="0" cy="4160520"/>
          </a:xfrm>
          <a:prstGeom prst="line">
            <a:avLst/>
          </a:prstGeom>
          <a:noFill/>
          <a:ln w="6350">
            <a:solidFill>
              <a:srgbClr val="16334A">
                <a:alpha val="6000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0744200" y="868680"/>
            <a:ext cx="0" cy="4160520"/>
          </a:xfrm>
          <a:prstGeom prst="line">
            <a:avLst/>
          </a:prstGeom>
          <a:noFill/>
          <a:ln w="6350">
            <a:solidFill>
              <a:srgbClr val="16334A">
                <a:alpha val="6000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961120" y="868680"/>
            <a:ext cx="2377440" cy="0"/>
          </a:xfrm>
          <a:prstGeom prst="line">
            <a:avLst/>
          </a:prstGeom>
          <a:noFill/>
          <a:ln w="6350">
            <a:solidFill>
              <a:srgbClr val="16334A">
                <a:alpha val="6000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961120" y="1563624"/>
            <a:ext cx="2377440" cy="0"/>
          </a:xfrm>
          <a:prstGeom prst="line">
            <a:avLst/>
          </a:prstGeom>
          <a:noFill/>
          <a:ln w="6350">
            <a:solidFill>
              <a:srgbClr val="16334A">
                <a:alpha val="6000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961120" y="2258568"/>
            <a:ext cx="2377440" cy="0"/>
          </a:xfrm>
          <a:prstGeom prst="line">
            <a:avLst/>
          </a:prstGeom>
          <a:noFill/>
          <a:ln w="6350">
            <a:solidFill>
              <a:srgbClr val="16334A">
                <a:alpha val="6000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8961120" y="2953512"/>
            <a:ext cx="2377440" cy="0"/>
          </a:xfrm>
          <a:prstGeom prst="line">
            <a:avLst/>
          </a:prstGeom>
          <a:noFill/>
          <a:ln w="6350">
            <a:solidFill>
              <a:srgbClr val="16334A">
                <a:alpha val="6000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8961120" y="3648456"/>
            <a:ext cx="2377440" cy="0"/>
          </a:xfrm>
          <a:prstGeom prst="line">
            <a:avLst/>
          </a:prstGeom>
          <a:noFill/>
          <a:ln w="6350">
            <a:solidFill>
              <a:srgbClr val="16334A">
                <a:alpha val="6000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8961120" y="4343400"/>
            <a:ext cx="2377440" cy="0"/>
          </a:xfrm>
          <a:prstGeom prst="line">
            <a:avLst/>
          </a:prstGeom>
          <a:noFill/>
          <a:ln w="6350">
            <a:solidFill>
              <a:srgbClr val="16334A">
                <a:alpha val="6000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9226296" y="1362456"/>
            <a:ext cx="201168" cy="20116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A162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0415016" y="1636776"/>
            <a:ext cx="201168" cy="201168"/>
          </a:xfrm>
          <a:prstGeom prst="ellipse">
            <a:avLst/>
          </a:prstGeom>
          <a:solidFill>
            <a:srgbClr val="3DDC97"/>
          </a:solidFill>
          <a:ln w="19050">
            <a:solidFill>
              <a:srgbClr val="0A162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9866376" y="2368296"/>
            <a:ext cx="201168" cy="20116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0A1622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0597896" y="3099816"/>
            <a:ext cx="201168" cy="201168"/>
          </a:xfrm>
          <a:prstGeom prst="ellipse">
            <a:avLst/>
          </a:prstGeom>
          <a:solidFill>
            <a:srgbClr val="3DDC97"/>
          </a:solidFill>
          <a:ln w="19050">
            <a:solidFill>
              <a:srgbClr val="0A1622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9317736" y="3557016"/>
            <a:ext cx="201168" cy="20116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A1622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0049256" y="4197096"/>
            <a:ext cx="201168" cy="201168"/>
          </a:xfrm>
          <a:prstGeom prst="ellipse">
            <a:avLst/>
          </a:prstGeom>
          <a:solidFill>
            <a:srgbClr val="3DDC97"/>
          </a:solidFill>
          <a:ln w="19050">
            <a:solidFill>
              <a:srgbClr val="0A1622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006840" y="5166360"/>
            <a:ext cx="128016" cy="12801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45" name="Text 41"/>
          <p:cNvSpPr/>
          <p:nvPr/>
        </p:nvSpPr>
        <p:spPr>
          <a:xfrm>
            <a:off x="9235440" y="5093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 / sombra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9006840" y="5458968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7" name="Text 43"/>
          <p:cNvSpPr/>
          <p:nvPr/>
        </p:nvSpPr>
        <p:spPr>
          <a:xfrm>
            <a:off x="9235440" y="53858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ubicación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9006840" y="5751576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9" name="Text 45"/>
          <p:cNvSpPr/>
          <p:nvPr/>
        </p:nvSpPr>
        <p:spPr>
          <a:xfrm>
            <a:off x="9235440" y="5678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verificar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7744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30352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676656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7772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Flutter a Firestore, en tiempo real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40080" y="196596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18" name="Image 0" descr="/home/claude/refugio_deck/icons/mobile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221992"/>
            <a:ext cx="420624" cy="42062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96112" y="2807208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96112" y="317296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multiplataforma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07992" y="196596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22" name="Image 1" descr="/home/claude/refugio_deck/icons/databas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221992"/>
            <a:ext cx="420624" cy="42062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764024" y="2807208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4764024" y="317296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tiempo real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8375904" y="196596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26" name="Image 2" descr="/home/claude/refugio_deck/icons/pin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221992"/>
            <a:ext cx="420624" cy="42062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631936" y="2807208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selector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631936" y="3172968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exacta del punto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40080" y="4005072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30" name="Image 3" descr="/home/claude/refugio_deck/icons/clipboard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261104"/>
            <a:ext cx="420624" cy="42062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96112" y="4846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896112" y="52120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reporta un lugar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4507992" y="4005072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34" name="Image 4" descr="/home/claude/refugio_deck/icons/shield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4261104"/>
            <a:ext cx="420624" cy="42062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764024" y="4846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Moderación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4764024" y="52120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aprueba o rechaza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8375904" y="4005072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38" name="Image 5" descr="/home/claude/refugio_deck/icons/check_mi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36" y="4261104"/>
            <a:ext cx="420624" cy="42062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631936" y="484632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Abierto / cerrado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8631936" y="52120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actualizado por horario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7744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30352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676656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POTENCIAL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77724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Pensada para quien más lo necesita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40080" y="169164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calor extremo no afecta a todos por igual. Esta app está pensada para quienes pasan más tiempo expuestos o tienen menos opciones.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69748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0" descr="/home/claude/refugio_deck/icons/walk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028" y="2898648"/>
            <a:ext cx="420624" cy="4206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1520" y="341071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caminando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el sol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743200" y="269748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22" name="Image 1" descr="/home/claude/refugio_deck/icons/userclock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148" y="2898648"/>
            <a:ext cx="420624" cy="42062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834640" y="341071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Adultos mayores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846320" y="269748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25" name="Image 2" descr="/home/claude/refugio_deck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268" y="2898648"/>
            <a:ext cx="420624" cy="42062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937760" y="341071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Migrantes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40080" y="42062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28" name="Image 3" descr="/home/claude/refugio_deck/icons/users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028" y="4407408"/>
            <a:ext cx="420624" cy="42062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1520" y="49194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Trabajadores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2743200" y="42062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31" name="Image 4" descr="/home/claude/refugio_deck/icons/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0148" y="4407408"/>
            <a:ext cx="420624" cy="42062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834640" y="49194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846320" y="420624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pic>
        <p:nvPicPr>
          <p:cNvPr id="34" name="Image 5" descr="/home/claude/refugio_deck/icons/shield_mi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3268" y="4407408"/>
            <a:ext cx="420624" cy="42062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937760" y="49194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en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vulnerable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8732520" y="777240"/>
            <a:ext cx="2834640" cy="4846320"/>
          </a:xfrm>
          <a:prstGeom prst="roundRect">
            <a:avLst>
              <a:gd name="adj" fmla="val 3871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40000"/>
              </a:srgbClr>
            </a:outerShdw>
          </a:effectLst>
        </p:spPr>
      </p:sp>
      <p:pic>
        <p:nvPicPr>
          <p:cNvPr id="37" name="Image 6" descr="/home/claude/refugio_deck/icons/heat_amb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6840" y="1051560"/>
            <a:ext cx="502920" cy="5029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006840" y="1691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500" dirty="0"/>
          </a:p>
        </p:txBody>
      </p:sp>
      <p:sp>
        <p:nvSpPr>
          <p:cNvPr id="39" name="Text 30"/>
          <p:cNvSpPr/>
          <p:nvPr/>
        </p:nvSpPr>
        <p:spPr>
          <a:xfrm>
            <a:off x="9006840" y="21031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de agua o sombra ubicado a tiempo puede ser la diferencia entre llegar bien o sufrir un golpe de calor.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9006840" y="3657600"/>
            <a:ext cx="2286000" cy="0"/>
          </a:xfrm>
          <a:prstGeom prst="line">
            <a:avLst/>
          </a:prstGeom>
          <a:noFill/>
          <a:ln w="12700">
            <a:solidFill>
              <a:srgbClr val="1D3A50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900684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reporte nuevo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 a toda la comunidad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0" y="0"/>
            <a:ext cx="0" cy="685800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7744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84048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30352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6766560"/>
            <a:ext cx="12188952" cy="0"/>
          </a:xfrm>
          <a:prstGeom prst="line">
            <a:avLst/>
          </a:prstGeom>
          <a:noFill/>
          <a:ln w="9525">
            <a:solidFill>
              <a:srgbClr val="16334A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777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funciona. Esto sigue.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008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</a:t>
            </a:r>
            <a:endParaRPr lang="en-US" sz="1200" dirty="0"/>
          </a:p>
        </p:txBody>
      </p:sp>
      <p:pic>
        <p:nvPicPr>
          <p:cNvPr id="18" name="Image 0" descr="/home/claude/refugio_deck/icons/check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04288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5156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 con puntos</a:t>
            </a:r>
            <a:endParaRPr lang="en-US" sz="1400" dirty="0"/>
          </a:p>
        </p:txBody>
      </p:sp>
      <p:pic>
        <p:nvPicPr>
          <p:cNvPr id="20" name="Image 1" descr="/home/claude/refugio_deck/icons/check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79776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51560" y="2761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agua, sombra, aire y refugio</a:t>
            </a:r>
            <a:endParaRPr lang="en-US" sz="1400" dirty="0"/>
          </a:p>
        </p:txBody>
      </p:sp>
      <p:pic>
        <p:nvPicPr>
          <p:cNvPr id="22" name="Image 2" descr="/home/claude/refugio_deck/icons/check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55264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51560" y="3236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detallada de cada punto</a:t>
            </a:r>
            <a:endParaRPr lang="en-US" sz="1400" dirty="0"/>
          </a:p>
        </p:txBody>
      </p:sp>
      <p:pic>
        <p:nvPicPr>
          <p:cNvPr id="24" name="Image 3" descr="/home/claude/refugio_deck/icons/check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3075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37124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comunitarios + panel admin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26364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00" dirty="0"/>
          </a:p>
        </p:txBody>
      </p:sp>
      <p:pic>
        <p:nvPicPr>
          <p:cNvPr id="27" name="Image 4" descr="/home/claude/refugio_deck/icons/route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30428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6751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con usuarios reales</a:t>
            </a:r>
            <a:endParaRPr lang="en-US" sz="1400" dirty="0"/>
          </a:p>
        </p:txBody>
      </p:sp>
      <p:pic>
        <p:nvPicPr>
          <p:cNvPr id="29" name="Image 5" descr="/home/claude/refugio_deck/icons/route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779776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675120" y="2761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puntos verificados en campo</a:t>
            </a:r>
            <a:endParaRPr lang="en-US" sz="1400" dirty="0"/>
          </a:p>
        </p:txBody>
      </p:sp>
      <p:pic>
        <p:nvPicPr>
          <p:cNvPr id="31" name="Image 6" descr="/home/claude/refugio_deck/icons/route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3255264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675120" y="3236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Difusión comunitaria</a:t>
            </a:r>
            <a:endParaRPr lang="en-US" sz="1400" dirty="0"/>
          </a:p>
        </p:txBody>
      </p:sp>
      <p:pic>
        <p:nvPicPr>
          <p:cNvPr id="33" name="Image 7" descr="/home/claude/refugio_deck/icons/route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730752"/>
            <a:ext cx="274320" cy="2743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675120" y="37124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 colaboración con medios locales</a:t>
            </a:r>
            <a:endParaRPr lang="en-US" sz="1400" dirty="0"/>
          </a:p>
        </p:txBody>
      </p:sp>
      <p:sp>
        <p:nvSpPr>
          <p:cNvPr id="35" name="Shape 25"/>
          <p:cNvSpPr/>
          <p:nvPr/>
        </p:nvSpPr>
        <p:spPr>
          <a:xfrm>
            <a:off x="640080" y="452628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11293B"/>
          </a:solidFill>
          <a:ln w="12700">
            <a:solidFill>
              <a:srgbClr val="1D3A5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2000"/>
              </a:srgbClr>
            </a:outerShdw>
          </a:effectLst>
        </p:spPr>
      </p:sp>
      <p:pic>
        <p:nvPicPr>
          <p:cNvPr id="36" name="Image 8" descr="/home/claude/refugio_deck/icons/bullhorn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20" y="4892040"/>
            <a:ext cx="640080" cy="6400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828800" y="4800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Refugio de Calor MXL</a:t>
            </a:r>
            <a:endParaRPr lang="en-US" sz="1800" dirty="0"/>
          </a:p>
        </p:txBody>
      </p:sp>
      <p:sp>
        <p:nvSpPr>
          <p:cNvPr id="38" name="Text 27"/>
          <p:cNvSpPr/>
          <p:nvPr/>
        </p:nvSpPr>
        <p:spPr>
          <a:xfrm>
            <a:off x="1828800" y="523036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mapa que crece con cada persona que reporta un punto seguro.</a:t>
            </a:r>
            <a:endParaRPr lang="en-US" sz="1250" dirty="0"/>
          </a:p>
        </p:txBody>
      </p:sp>
      <p:sp>
        <p:nvSpPr>
          <p:cNvPr id="39" name="Shape 28"/>
          <p:cNvSpPr/>
          <p:nvPr/>
        </p:nvSpPr>
        <p:spPr>
          <a:xfrm>
            <a:off x="9619488" y="4910328"/>
            <a:ext cx="146304" cy="146304"/>
          </a:xfrm>
          <a:prstGeom prst="ellipse">
            <a:avLst/>
          </a:prstGeom>
          <a:solidFill>
            <a:srgbClr val="F5A623"/>
          </a:solidFill>
          <a:ln w="19050">
            <a:solidFill>
              <a:srgbClr val="0A1622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10076688" y="5276088"/>
            <a:ext cx="146304" cy="146304"/>
          </a:xfrm>
          <a:prstGeom prst="ellipse">
            <a:avLst/>
          </a:prstGeom>
          <a:solidFill>
            <a:srgbClr val="3DDC97"/>
          </a:solidFill>
          <a:ln w="19050">
            <a:solidFill>
              <a:srgbClr val="0A1622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10533888" y="5001768"/>
            <a:ext cx="146304" cy="146304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A1622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8778240" y="5532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mexicali, baja california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Refugio de Calor MXL - Pitch Deck</dc:title>
  <dc:subject>PptxGenJS Presentation</dc:subject>
  <dc:creator>Refugio de Calor MXL</dc:creator>
  <cp:lastModifiedBy>Refugio de Calor MXL</cp:lastModifiedBy>
  <cp:revision>1</cp:revision>
  <dcterms:created xsi:type="dcterms:W3CDTF">2026-06-25T02:49:24Z</dcterms:created>
  <dcterms:modified xsi:type="dcterms:W3CDTF">2026-06-25T02:49:24Z</dcterms:modified>
</cp:coreProperties>
</file>